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LearnWise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Adaptive Quiz Generator Based on Student Performance and Learning Gaps</a:t>
            </a:r>
          </a:p>
          <a:p>
            <a:pPr>
              <a:spcAft>
                <a:spcPts val="1200"/>
              </a:spcAft>
              <a:defRPr sz="2000"/>
            </a:pPr>
            <a:r>
              <a:t>IBM SkillsBuild Applied AI/ML Virtual Internship</a:t>
            </a:r>
          </a:p>
          <a:p>
            <a:pPr>
              <a:spcAft>
                <a:spcPts val="1200"/>
              </a:spcAft>
              <a:defRPr sz="2000"/>
            </a:pPr>
            <a:r>
              <a:t>SDG 4 — Quality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Students may not know which topics need more practice.</a:t>
            </a:r>
          </a:p>
          <a:p>
            <a:pPr>
              <a:spcAft>
                <a:spcPts val="1200"/>
              </a:spcAft>
              <a:defRPr sz="2000"/>
            </a:pPr>
            <a:r>
              <a:t>Generic quizzes provide the same content to different learners.</a:t>
            </a:r>
          </a:p>
          <a:p>
            <a:pPr>
              <a:spcAft>
                <a:spcPts val="1200"/>
              </a:spcAft>
              <a:defRPr sz="2000"/>
            </a:pPr>
            <a:r>
              <a:t>Teachers cannot manually analyze every student's learning gap at scale.</a:t>
            </a:r>
          </a:p>
          <a:p>
            <a:pPr>
              <a:spcAft>
                <a:spcPts val="1200"/>
              </a:spcAft>
              <a:defRPr sz="2000"/>
            </a:pPr>
            <a:r>
              <a:t>IBM SkillsBuild's SDG 4 guidance includes an AI quiz generator based on student performance and learning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Analyze historical question attempts.</a:t>
            </a:r>
          </a:p>
          <a:p>
            <a:pPr>
              <a:spcAft>
                <a:spcPts val="1200"/>
              </a:spcAft>
              <a:defRPr sz="2000"/>
            </a:pPr>
            <a:r>
              <a:t>Calculate topic/subtopic accuracy for each learner.</a:t>
            </a:r>
          </a:p>
          <a:p>
            <a:pPr>
              <a:spcAft>
                <a:spcPts val="1200"/>
              </a:spcAft>
              <a:defRPr sz="2000"/>
            </a:pPr>
            <a:r>
              <a:t>Rank the weakest areas as learning gaps.</a:t>
            </a:r>
          </a:p>
          <a:p>
            <a:pPr>
              <a:spcAft>
                <a:spcPts val="1200"/>
              </a:spcAft>
              <a:defRPr sz="2000"/>
            </a:pPr>
            <a:r>
              <a:t>Recommend a focused quiz from the relevant question bank.</a:t>
            </a:r>
          </a:p>
          <a:p>
            <a:pPr>
              <a:spcAft>
                <a:spcPts val="1200"/>
              </a:spcAft>
              <a:defRPr sz="2000"/>
            </a:pPr>
            <a:r>
              <a:t>Update the learner profile after future attempts.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UCI MathE — Assessing Mathematics Learning in Higher Education.</a:t>
            </a:r>
          </a:p>
          <a:p>
            <a:pPr>
              <a:spcAft>
                <a:spcPts val="1200"/>
              </a:spcAft>
              <a:defRPr sz="2000"/>
            </a:pPr>
            <a:r>
              <a:t>9,546 answer records and 8 fields.</a:t>
            </a:r>
          </a:p>
          <a:p>
            <a:pPr>
              <a:spcAft>
                <a:spcPts val="1200"/>
              </a:spcAft>
              <a:defRPr sz="2000"/>
            </a:pPr>
            <a:r>
              <a:t>Fields include student, question, correctness, difficulty level, topic, subtopic and keywords.</a:t>
            </a:r>
          </a:p>
          <a:p>
            <a:pPr>
              <a:spcAft>
                <a:spcPts val="1200"/>
              </a:spcAft>
              <a:defRPr sz="2000"/>
            </a:pPr>
            <a:r>
              <a:t>Dataset source: UCI Machine Learning Repository.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Python + Pandas for data processing</a:t>
            </a:r>
          </a:p>
          <a:p>
            <a:pPr>
              <a:spcAft>
                <a:spcPts val="1200"/>
              </a:spcAft>
              <a:defRPr sz="2000"/>
            </a:pPr>
            <a:r>
              <a:t>Scikit-learn for ML baseline</a:t>
            </a:r>
          </a:p>
          <a:p>
            <a:pPr>
              <a:spcAft>
                <a:spcPts val="1200"/>
              </a:spcAft>
              <a:defRPr sz="2000"/>
            </a:pPr>
            <a:r>
              <a:t>TF-IDF + Logistic Regression for answer-correctness prediction</a:t>
            </a:r>
          </a:p>
          <a:p>
            <a:pPr>
              <a:spcAft>
                <a:spcPts val="1200"/>
              </a:spcAft>
              <a:defRPr sz="2000"/>
            </a:pPr>
            <a:r>
              <a:t>Streamlit for the interactive prototype</a:t>
            </a:r>
          </a:p>
          <a:p>
            <a:pPr>
              <a:spcAft>
                <a:spcPts val="1200"/>
              </a:spcAft>
              <a:defRPr sz="2000"/>
            </a:pPr>
            <a:r>
              <a:t>Joblib for model persistence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ML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Clean and normalize categorical/text fields.</a:t>
            </a:r>
          </a:p>
          <a:p>
            <a:pPr>
              <a:spcAft>
                <a:spcPts val="1200"/>
              </a:spcAft>
              <a:defRPr sz="2000"/>
            </a:pPr>
            <a:r>
              <a:t>Combine question level, topic, subtopic and keywords.</a:t>
            </a:r>
          </a:p>
          <a:p>
            <a:pPr>
              <a:spcAft>
                <a:spcPts val="1200"/>
              </a:spcAft>
              <a:defRPr sz="2000"/>
            </a:pPr>
            <a:r>
              <a:t>Convert text features using TF-IDF.</a:t>
            </a:r>
          </a:p>
          <a:p>
            <a:pPr>
              <a:spcAft>
                <a:spcPts val="1200"/>
              </a:spcAft>
              <a:defRPr sz="2000"/>
            </a:pPr>
            <a:r>
              <a:t>Train Logistic Regression classifier.</a:t>
            </a:r>
          </a:p>
          <a:p>
            <a:pPr>
              <a:spcAft>
                <a:spcPts val="1200"/>
              </a:spcAft>
              <a:defRPr sz="2000"/>
            </a:pPr>
            <a:r>
              <a:t>Evaluate with accuracy, F1-score and classification report.</a:t>
            </a:r>
          </a:p>
          <a:p>
            <a:pPr>
              <a:spcAft>
                <a:spcPts val="1200"/>
              </a:spcAft>
              <a:defRPr sz="2000"/>
            </a:pPr>
            <a:r>
              <a:t>Use student history separately for explainable learning-gap detection.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Learning Gap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For a selected student, group historical attempts by topic.</a:t>
            </a:r>
          </a:p>
          <a:p>
            <a:pPr>
              <a:spcAft>
                <a:spcPts val="1200"/>
              </a:spcAft>
              <a:defRPr sz="2000"/>
            </a:pPr>
            <a:r>
              <a:t>Accuracy = correct answers / total attempts.</a:t>
            </a:r>
          </a:p>
          <a:p>
            <a:pPr>
              <a:spcAft>
                <a:spcPts val="1200"/>
              </a:spcAft>
              <a:defRPr sz="2000"/>
            </a:pPr>
            <a:r>
              <a:t>Gap score = 1 − accuracy.</a:t>
            </a:r>
          </a:p>
          <a:p>
            <a:pPr>
              <a:spcAft>
                <a:spcPts val="1200"/>
              </a:spcAft>
              <a:defRPr sz="2000"/>
            </a:pPr>
            <a:r>
              <a:t>Rank topics by gap score.</a:t>
            </a:r>
          </a:p>
          <a:p>
            <a:pPr>
              <a:spcAft>
                <a:spcPts val="1200"/>
              </a:spcAft>
              <a:defRPr sz="2000"/>
            </a:pPr>
            <a:r>
              <a:t>Use the top weak topics to select practice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Adaptive Quiz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Select the student's weakest topics.</a:t>
            </a:r>
          </a:p>
          <a:p>
            <a:pPr>
              <a:spcAft>
                <a:spcPts val="1200"/>
              </a:spcAft>
              <a:defRPr sz="2000"/>
            </a:pPr>
            <a:r>
              <a:t>Prefer basic questions for initial remediation.</a:t>
            </a:r>
          </a:p>
          <a:p>
            <a:pPr>
              <a:spcAft>
                <a:spcPts val="1200"/>
              </a:spcAft>
              <a:defRPr sz="2000"/>
            </a:pPr>
            <a:r>
              <a:t>Add advanced questions as the learner improves.</a:t>
            </a:r>
          </a:p>
          <a:p>
            <a:pPr>
              <a:spcAft>
                <a:spcPts val="1200"/>
              </a:spcAft>
              <a:defRPr sz="2000"/>
            </a:pPr>
            <a:r>
              <a:t>Show answer and explanation for feedback.</a:t>
            </a:r>
          </a:p>
          <a:p>
            <a:pPr>
              <a:spcAft>
                <a:spcPts val="1200"/>
              </a:spcAft>
              <a:defRPr sz="2000"/>
            </a:pPr>
            <a:r>
              <a:t>Future version can use adaptive difficulty and educator-reviewed LLM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Prototype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Student selector</a:t>
            </a:r>
          </a:p>
          <a:p>
            <a:pPr>
              <a:spcAft>
                <a:spcPts val="1200"/>
              </a:spcAft>
              <a:defRPr sz="2000"/>
            </a:pPr>
            <a:r>
              <a:t>Attempts and overall accuracy</a:t>
            </a:r>
          </a:p>
          <a:p>
            <a:pPr>
              <a:spcAft>
                <a:spcPts val="1200"/>
              </a:spcAft>
              <a:defRPr sz="2000"/>
            </a:pPr>
            <a:r>
              <a:t>Learning-gap table</a:t>
            </a:r>
          </a:p>
          <a:p>
            <a:pPr>
              <a:spcAft>
                <a:spcPts val="1200"/>
              </a:spcAft>
              <a:defRPr sz="2000"/>
            </a:pPr>
            <a:r>
              <a:t>Recommended quiz</a:t>
            </a:r>
          </a:p>
          <a:p>
            <a:pPr>
              <a:spcAft>
                <a:spcPts val="1200"/>
              </a:spcAft>
              <a:defRPr sz="2000"/>
            </a:pPr>
            <a:r>
              <a:t>Answer + explanation view</a:t>
            </a:r>
          </a:p>
          <a:p>
            <a:pPr>
              <a:spcAft>
                <a:spcPts val="1200"/>
              </a:spcAft>
              <a:defRPr sz="2000"/>
            </a:pPr>
            <a:r>
              <a:t>This repository includes Demo Mode for offline execution.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More targeted practice</a:t>
            </a:r>
          </a:p>
          <a:p>
            <a:pPr>
              <a:spcAft>
                <a:spcPts val="1200"/>
              </a:spcAft>
              <a:defRPr sz="2000"/>
            </a:pPr>
            <a:r>
              <a:t>Earlier visibility of learning gaps</a:t>
            </a:r>
          </a:p>
          <a:p>
            <a:pPr>
              <a:spcAft>
                <a:spcPts val="1200"/>
              </a:spcAft>
              <a:defRPr sz="2000"/>
            </a:pPr>
            <a:r>
              <a:t>Reduced manual analysis effort</a:t>
            </a:r>
          </a:p>
          <a:p>
            <a:pPr>
              <a:spcAft>
                <a:spcPts val="1200"/>
              </a:spcAft>
              <a:defRPr sz="2000"/>
            </a:pPr>
            <a:r>
              <a:t>Explainable recommendations for students and teachers</a:t>
            </a:r>
          </a:p>
          <a:p>
            <a:pPr>
              <a:spcAft>
                <a:spcPts val="1200"/>
              </a:spcAft>
              <a:defRPr sz="2000"/>
            </a:pPr>
            <a:r>
              <a:t>Scalable foundation for personalized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&amp;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Prototype does not replace teachers.</a:t>
            </a:r>
          </a:p>
          <a:p>
            <a:pPr>
              <a:spcAft>
                <a:spcPts val="1200"/>
              </a:spcAft>
              <a:defRPr sz="2000"/>
            </a:pPr>
            <a:r>
              <a:t>Public data is not a complete question-text bank.</a:t>
            </a:r>
          </a:p>
          <a:p>
            <a:pPr>
              <a:spcAft>
                <a:spcPts val="1200"/>
              </a:spcAft>
              <a:defRPr sz="2000"/>
            </a:pPr>
            <a:r>
              <a:t>Recommendations should be validated with real learners.</a:t>
            </a:r>
          </a:p>
          <a:p>
            <a:pPr>
              <a:spcAft>
                <a:spcPts val="1200"/>
              </a:spcAft>
              <a:defRPr sz="2000"/>
            </a:pPr>
            <a:r>
              <a:t>Avoid using sensitive attributes for high-stakes educational decisions.</a:t>
            </a:r>
          </a:p>
          <a:p>
            <a:pPr>
              <a:spcAft>
                <a:spcPts val="1200"/>
              </a:spcAft>
              <a:defRPr sz="2000"/>
            </a:pPr>
            <a:r>
              <a:t>Question quality should be reviewed by educators.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Student sequence modeling</a:t>
            </a:r>
          </a:p>
          <a:p>
            <a:pPr>
              <a:spcAft>
                <a:spcPts val="1200"/>
              </a:spcAft>
              <a:defRPr sz="2000"/>
            </a:pPr>
            <a:r>
              <a:t>Personalized difficulty</a:t>
            </a:r>
          </a:p>
          <a:p>
            <a:pPr>
              <a:spcAft>
                <a:spcPts val="1200"/>
              </a:spcAft>
              <a:defRPr sz="2000"/>
            </a:pPr>
            <a:r>
              <a:t>Multilingual explanations</a:t>
            </a:r>
          </a:p>
          <a:p>
            <a:pPr>
              <a:spcAft>
                <a:spcPts val="1200"/>
              </a:spcAft>
              <a:defRPr sz="2000"/>
            </a:pPr>
            <a:r>
              <a:t>Teacher dashboard</a:t>
            </a:r>
          </a:p>
          <a:p>
            <a:pPr>
              <a:spcAft>
                <a:spcPts val="1200"/>
              </a:spcAft>
              <a:defRPr sz="2000"/>
            </a:pPr>
            <a:r>
              <a:t>Larger verified question bank</a:t>
            </a:r>
          </a:p>
          <a:p>
            <a:pPr>
              <a:spcAft>
                <a:spcPts val="1200"/>
              </a:spcAft>
              <a:defRPr sz="2000"/>
            </a:pPr>
            <a:r>
              <a:t>LMS integration</a:t>
            </a:r>
          </a:p>
          <a:p>
            <a:pPr>
              <a:spcAft>
                <a:spcPts val="1200"/>
              </a:spcAft>
              <a:defRPr sz="2000"/>
            </a:pPr>
            <a:r>
              <a:t>Cloud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LearnWise AI turns student performance data into actionable practice.</a:t>
            </a:r>
          </a:p>
          <a:p>
            <a:pPr>
              <a:spcAft>
                <a:spcPts val="1200"/>
              </a:spcAft>
              <a:defRPr sz="2000"/>
            </a:pPr>
            <a:r>
              <a:t>It combines ML prediction with explainable learning-gap analysis.</a:t>
            </a:r>
          </a:p>
          <a:p>
            <a:pPr>
              <a:spcAft>
                <a:spcPts val="1200"/>
              </a:spcAft>
              <a:defRPr sz="2000"/>
            </a:pPr>
            <a:r>
              <a:t>The prototype provides a practical foundation for an adaptive learning platform.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